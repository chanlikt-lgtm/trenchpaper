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544800" cy="11887200"/>
  <p:notesSz cx="11887200" cy="1554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from the user-provided Green_Function_Breakdown_Report (8).pdf is a 300 K centerline van Overstraeten-de Man avalanche calculation, not a global 2D peak-critical-field criterion. The reproduction here computes the full source Green-function eigenseries, centered avalanche integrals and matching field vectors at source (0,0) and drain-side monitoring location (L-0.10 um,a), not physical hotspots. No empirical fitting to Figure 2 curve values. The half width Ws=0.5 um case is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55448"/>
            <a:ext cx="145389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GREEN-FUNCTION BREAKDOWN | REVISED FIGURE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57784" y="566928"/>
            <a:ext cx="14447520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1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report geometry families  ·  300 K centerline avalanche  ·  no curve fitting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4474952" cy="0"/>
          </a:xfrm>
          <a:prstGeom prst="line">
            <a:avLst/>
          </a:prstGeom>
          <a:noFill/>
          <a:ln w="15240">
            <a:solidFill>
              <a:srgbClr val="C9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987552"/>
            <a:ext cx="1426464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7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VBD versus doping: gradual rise before the maximum</a:t>
            </a:r>
            <a:endParaRPr lang="en-US" sz="1700" dirty="0"/>
          </a:p>
        </p:txBody>
      </p:sp>
      <p:pic>
        <p:nvPicPr>
          <p:cNvPr id="6" name="Image 0" descr="/mnt/data/Source_Report_Fig2_Updated/figures/Figure2_SourceAvalanche_Recomp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065" y="1335024"/>
            <a:ext cx="13809526" cy="3959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" y="5294376"/>
            <a:ext cx="14356080" cy="539496"/>
          </a:xfrm>
          <a:prstGeom prst="rect">
            <a:avLst>
              <a:gd name="adj" fmla="val 10169"/>
            </a:avLst>
          </a:prstGeom>
          <a:solidFill>
            <a:srgbClr val="EFF6F9"/>
          </a:solidFill>
          <a:ln w="10160">
            <a:solidFill>
              <a:srgbClr val="D6E1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5376672"/>
            <a:ext cx="13853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 = 0.50 µm   •   40-V geometry: 45.55 → 48.83 → 46.04 V   •   60-V geometry: 63.17 → 70.67 → 65.40 V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5216" y="5934456"/>
            <a:ext cx="1426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7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Actual Ex–Ey vectors at those avalanche voltages</a:t>
            </a:r>
            <a:endParaRPr lang="en-US" sz="1700" dirty="0"/>
          </a:p>
        </p:txBody>
      </p:sp>
      <p:pic>
        <p:nvPicPr>
          <p:cNvPr id="10" name="Image 1" descr="/mnt/data/Source_Report_Fig2_Updated/figures/Figure2_Corresponding_Ex_Ey_SixPan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6281928"/>
            <a:ext cx="10988347" cy="51480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1439144"/>
            <a:ext cx="14474952" cy="0"/>
          </a:xfrm>
          <a:prstGeom prst="line">
            <a:avLst/>
          </a:prstGeom>
          <a:noFill/>
          <a:ln w="11430">
            <a:solidFill>
              <a:srgbClr val="C9D5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7784" y="11512296"/>
            <a:ext cx="144109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= source centerline (0,0); orange = drain-side wall monitor (L−0.10 µm, Ws).  These are local vectors, not verified global avalanche hotspots.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557784" y="11704320"/>
            <a:ext cx="14429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Green_Function_Breakdown_Report (8).pdf, Fig. 2 &amp; Eqs. in §§4–6.  The avalanche criterion differs from the earlier 2D peak-Ec study.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2: gradual pre-peak VBD rise and Ex-Ey vector evolution</dc:title>
  <dc:subject>Reproduced source Figure 2: Green-function avalanche curves and corresponding field vectors</dc:subject>
  <dc:creator>OpenAI</dc:creator>
  <cp:lastModifiedBy>OpenAI</cp:lastModifiedBy>
  <cp:revision>1</cp:revision>
  <dcterms:created xsi:type="dcterms:W3CDTF">2026-10-25T22:44:33Z</dcterms:created>
  <dcterms:modified xsi:type="dcterms:W3CDTF">2026-10-25T22:44:33Z</dcterms:modified>
</cp:coreProperties>
</file>